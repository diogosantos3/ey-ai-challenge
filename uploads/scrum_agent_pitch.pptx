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54864" cy="1280160"/>
          </a:xfrm>
          <a:prstGeom prst="rect">
            <a:avLst/>
          </a:prstGeom>
          <a:solidFill>
            <a:srgbClr val="7B6FFF"/>
          </a:solidFill>
          <a:ln w="12700">
            <a:solidFill>
              <a:srgbClr val="7B6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SCRUM AGENT — PITCH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 o Scrum Master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adormecesse?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agente de IA que planeia, prioriza e aloca — sem fricção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9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PDF ao sprint em minutos.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Scrum Master gasta tempo no lugar errado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37160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CRIAÇÃO 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20391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escritas do zero, sprint após sprint, com base nos mesmos documentos.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4023360" cy="137160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ALOCAÇÃO POR INTUIÇÃO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28032" y="20391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quê baseia-se em memória e preferências — não em skills reais.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23360" cy="137160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PLANEAMENTO FRAGMENTADO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35935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disperso entre docs, emails e reuniões. Nenhum ponto único de verdade.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4023360" cy="137160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RETRABALHO CONSTANTE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35935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mudança de prioridade obriga a rever manualmente dependências e timelines.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SOLUÇÃO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PDF ao sprint em minutos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4630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 PDF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projeto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86584" y="20116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87168" y="1463040"/>
            <a:ext cx="1920240" cy="14630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24328" y="19659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e tasks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16552" y="20116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17136" y="1463040"/>
            <a:ext cx="1920240" cy="14630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54296" y="19659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criados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priorizados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47104" y="1463040"/>
            <a:ext cx="1920240" cy="1463040"/>
          </a:xfrm>
          <a:prstGeom prst="rect">
            <a:avLst/>
          </a:prstGeom>
          <a:solidFill>
            <a:srgbClr val="130F28"/>
          </a:solidFill>
          <a:ln w="12700">
            <a:solidFill>
              <a:srgbClr val="7B6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1554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 DIFERENCIAL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84264" y="1810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84264" y="21214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 pessoas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skills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conversa com o utilizador para refinar, editar e replanear — tudo numa interface única.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 DE DIFERENCIAÇÃO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alocação inteligente que ninguém 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 DO PROJETO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383280" cy="548640"/>
          </a:xfrm>
          <a:prstGeom prst="rect">
            <a:avLst/>
          </a:prstGeom>
          <a:solidFill>
            <a:srgbClr val="130F28"/>
          </a:solidFill>
          <a:ln w="10160">
            <a:solidFill>
              <a:srgbClr val="7B6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 (Python)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3383280" cy="548640"/>
          </a:xfrm>
          <a:prstGeom prst="rect">
            <a:avLst/>
          </a:prstGeom>
          <a:solidFill>
            <a:srgbClr val="130F28"/>
          </a:solidFill>
          <a:ln w="10160">
            <a:solidFill>
              <a:srgbClr val="7B6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414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 (Figma)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08376"/>
            <a:ext cx="3383280" cy="5486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998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(SQL)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66744"/>
            <a:ext cx="3383280" cy="5486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7581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(AWS)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50208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6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DE DADOS DE PESSOAS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4114800" cy="548640"/>
          </a:xfrm>
          <a:prstGeom prst="rect">
            <a:avLst/>
          </a:prstGeom>
          <a:solidFill>
            <a:srgbClr val="130F28"/>
          </a:solidFill>
          <a:ln w="10160">
            <a:solidFill>
              <a:srgbClr val="7B6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Costa — Python, FastAPI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350008"/>
            <a:ext cx="4114800" cy="548640"/>
          </a:xfrm>
          <a:prstGeom prst="rect">
            <a:avLst/>
          </a:prstGeom>
          <a:solidFill>
            <a:srgbClr val="130F28"/>
          </a:solidFill>
          <a:ln w="10160">
            <a:solidFill>
              <a:srgbClr val="7B6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441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 Neves — Figma, UX Research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008376"/>
            <a:ext cx="4114800" cy="5486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099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Luz — SQL, dbt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666744"/>
            <a:ext cx="4114800" cy="5486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758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Faria — AWS, Terraform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cruza os requisitos de cada sprint com os perfis reais da equipa e recomenda a pessoa certa — com justificação.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agente faz concretamente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6344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GESTÃO E INTERAÇÃO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e interpreta PDFs de projeto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77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user stories com critérios de aceitação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0358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estrutura sprints com timelines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6941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backlog por impacto e dependências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719072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7190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conversacional de tasks e sprints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36576" cy="384048"/>
          </a:xfrm>
          <a:prstGeom prst="rect">
            <a:avLst/>
          </a:prstGeom>
          <a:solidFill>
            <a:srgbClr val="7B6FFF"/>
          </a:solidFill>
          <a:ln w="12700">
            <a:solidFill>
              <a:srgbClr val="7B6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377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 pessoas por skills e disponibilidade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035808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0358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 do estado do projeto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694176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6941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Re-planeamento dinâmico por mudanças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tempo a planear, mais tempo a entregar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155448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de sprint planning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51760" cy="155448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2900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Precisão na alocação de recursos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51760" cy="155448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0936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stories esquecidas ou duplicadas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equipa foca-se no trabalho que importa. O agente trata do resto — e aprende com cada sprint.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Scrum Master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escala com a equipa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8046720" cy="1554480"/>
          </a:xfrm>
          <a:prstGeom prst="rect">
            <a:avLst/>
          </a:prstGeom>
          <a:solidFill>
            <a:srgbClr val="0A081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"Não automatizámos o Scrum.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Falámos com ele."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18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SCRUM AGENT — PROTOTYPE DEMO READY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descrição do projeto à equipa alocada, em minutos.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sobre dados reais de equipas, com IA no centro — não como adorno.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Agent — Pitch</dc:title>
  <dc:subject>PptxGenJS Presentation</dc:subject>
  <dc:creator>PptxGenJS</dc:creator>
  <cp:lastModifiedBy>PptxGenJS</cp:lastModifiedBy>
  <cp:revision>1</cp:revision>
  <dcterms:created xsi:type="dcterms:W3CDTF">2026-05-20T11:24:14Z</dcterms:created>
  <dcterms:modified xsi:type="dcterms:W3CDTF">2026-05-20T11:24:14Z</dcterms:modified>
</cp:coreProperties>
</file>